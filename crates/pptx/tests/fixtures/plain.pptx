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  <p:sldId id="258" r:id="rId4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Encrypted fixtu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Encrypted fixture</a:t>
            </a:r>
          </a:p>
        </p:txBody>
      </p:sp>
      <p:sp>
        <p:nvSpPr>
          <p:cNvPr id="3" name="Body Encrypted fixture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27hxE/jW1nW847OyAx3vNlR98VANjuY/t7tou80HJWSy+yamHb9VS6nnJwKiKz3N9tS16GSY5dgLY8zxNhKyyVAftZnOfIlTxF4nomx2bZ1eYGrtdnrh3ewytWDZfwgBMYwLxajUQMTKbmNnQAXL2skHPnVhOigHVw4PYNTTMwHVJlf/CwzJVHo+R6f7H6c8tS6eVcLdRoqLG8mHBtQBgbiUh1xTbDE4UbODObuJTPgf/TileSoLHQVCEemNCAI2mnzIM1+4BmcOdAOyX0lLQ8fYu7miZoQ1BGaWHoX1gla4RQiaTbaWli8mNyiEpbCVqycU6JyY/0jGL4R7juIQV5BTNmc7bfA78S+LskjjyqNHTnLIRYaKzghDClcGU/nvoE0/74cj4M4TNq7lCspnoxr0gy87tjR6yQcWhsoQjVSmmRKJzp52wtJgz1doHxULI3+z8lwtSkUGoVbhOF6YfODc3MvwI4AQbVSanv6n4VDe1bNohfIaYz64OPtuw+leDT6My4l5iqwiN/8RrKsaKsucryeWSrKKb3ErLAuGDe5ppFAfeGYkTK4wqkWP7g3O53qVRau84XFWspsI7OuUI7R0FNzbb1tnkCSK0MZ3inLwVVQYI860DfJitygwekoz6xOJGhBbfXMFug4Jrk0djSRTGXWcxnkWAOctH/R4fhVL6RrtNTAY5QyW4kWl9NVTAVnTM7Spfn+AJetFlqt9vZTaeCwns3uz4yE1msq0gDtFj29oiX5RwK3FH2+1WZbjA82O7IXrc1UHfvXfepLre68Z3Cq5CsGPSCr3dC5JF/uXKMzFLl3OvrdWESkUFSWJ+59HDyFVG6GNPSFo37+OvQxSIIt+URrnMMy1TnTBfFxpBZ7soOLt7Xqhi2PnQ0kd4a831VRLJkPxyJCkut4+KLXy0RiVOoZozr5je2NaVROVJgB5DlH/Sziv0MJEsPhlH40LqZwh8wmHedcE8cpBFCTdKIzKKzNzAujkPW9/uUekenz1U96BxiL5lRbwmZrVznneJmWdELGO2TgrmZDPBgKgUlIat0EUHuPLBz3OMA7QYo9bfy3lPJpmu2NhKgeWt6V6lU5xvqm5Xmbrt22PdKg9acK0Yz7KI7fbumQRsO9B7yMVjNNIPLCPltp7fkY9lG/b8WNDK9AockaGQE0Yxd8j+ii0IyvDQlzIqWeGYt9SYFO96pP6BOa8at3UIs2QjamtpGJmeDNs7Oqu2gtzEGC0/r5nWzed3Lu11v0Y3QVLJmve9WM6Qy3lKkCxE8UGfRMLCLgfMlGIFlXG2bTVWhX/4m4LX8DoQ2v2dIplZzeloWcyuqX4FedyuQRHfUQFK5x/aEIiGdkrpzwgxAXmmZgFgJJNNRdg+DYNJOR39/vKofDjd7ASy6S8qdt8O5Hi0uXFvc2TXeg4hwA+zup+dPC2JLUKD7o1bBKtulCMtskTp+QLWYXZYiaLgCgkmyVl279JM5eG3YzADzVTX37jglhxydCPk1hEgGm7NsPQO0TJ44w0/dvLR97X7zzGWCYEn6mlY42BaEWDRt8Aik9NyDkIm48a1JFcRhMIzKPejEYmtWRacVYXmy5JmhvWXqslJ5SlWAz2/UCz5vCY1ZhkfGv7NIrY17R7ftfaHkWEIVJTLZfl8Yjd6ia5FHc5yzvd7SDEi2JLjBvy100eNgX+Bbn5oI5nUICPW6+h/e59IWBojEHxq/htMwiuYPEGKY+02Z5uJ4vT82YRcIeC0XRiudxj2tNS4+V2/cLD7ZO1o9YwQi3H/RjEpEWh81wAto1ghc19B3YTwt0QuqPpPG/I37xKjkSZZYHANqmS35pKMAojrpbi8s6Tm/877roeXkyG+559NH5/+a9iLdSjfHTYbPOt1nwnmiWpR2ySdlfG/QJroqhsym35aEZUpj2EvNR+s7EpKXJ8BvtnMr1zxq+oR8s+PgQbNY+g4QO1xBFn8nVhnn1AcPrFR9x0HQjInlwNl1ZsUE7cyc7woTFMwHw/xzvbQRcBHG7E5VcfyvwZZskPEaEnQ2n2aHKTBu3v/0sqAE5iQ4FmUeh/wbPQfyaWcO+Vyl7W4qMjpT9kfT234hPsnQ8bz198KKoZRq8vTDh6d0jWDWcNHjYGTDfQx+uS+v9t9XYJTLt7IcSGfSrPm1wkEPJI0i81VlQfb37sYKtU9eaC6A003hZlKSEQT/dMzDQTzSb2Dvb6DJ743QkcuZgOrWYH+N2x8DItBP88CVt/5XeUPbDyMJdtsMJBvGXLugenzOtqTQT+Rrafnw2LVG21YrXjYJ8wpDV7ecJjwm9xXrxk6L+JZXdg659GYoOGC6L6H+3jG8TWoaQNdV338rORkNyV1tgg0L7x8crZOD6PqyTAsxaueySwUarwyAyj9t7LIYjN/4WAni+Fgo7ujC+MiEWJWNxhw9/pAAqAxpDxBBFiV0LFob09CshDoe18IYVK3UYH7AarLdF7mKXrh1h/iYxYE7CC/BnpZ+Qwelzb0xI1f8Hjt8+Yr8sw1UIV4s8ZjiBeRjdz8jFSudgbfFQzxLvMZMiDJ53q3GmtD0nGMOeVBkDMTRnDyPYa91aoQCXHnwGOYXbpe+hdmEsaMbiimY+gWUkSJI1VgN0r8i9WZsHMtZ0z4IqwTj0TjafbcGJVa4QFgpQJzL4gVpPz3wz1GPK+bkYOgXmCaHESftSi7kEXB6O+4b+/J4LdjSGFmQ5y/zIgnc7DlWrNhvek64ZEgsAA0YOIe+O41kf1gbCxsLXgJpHBb4dBrhsrGyBuUSKAlIXtVxY091dJK2uZrovaB4Ox3/Z+QvyxvnNbNqr4xyACrNU/WWB46UieDPANHkjOV2nogwlrxBtlthVubzOvR7gLpoJftCYUgzY3ipqfOrAJ5IptnrhWUf7JJ80JN1nc4vg/5fdm/P+miYmvJIOtUoj4YzvL3nE6uAJw2Qb6RIZxSH8wLi37D+EuISQ5gh9cQjrQc5+T0rv/d84YdnItaVFSQmbSP18rYHob7ycQznKkAjCbJ484u0J/3dCllRIssKxnULGRpriSw1fWO2W4vBykIfgxxaEfb6/9yCJZMTW9q8wy2hpP3SZgM1+EdlveWXbB0Qwtyk303kxE+zQIKqXnTtOZz5i+yOXMURA5Nj+IkK7rhP2yLP/hJwz9XFVxl7SNeX7nfwRoKwCw7KQFhZiGxk2pqxaiPw4sZfeHVrBBKeXplxeBEzKFbgSn7QgW9vAnPYjr9ZPgO7nV92uKDU/ctipwlpyRFctzEo/J+9iRoi6BMDZNZ9F/LaNLPu2t8iNcAhlZz+TAEm1g8rEesZby+t5tgFuEgG8l08B3PziV0/Y2XxfYs9+wuvUeGC6HdLiqGw+/3o+bYUBtpUp80ykEIg1QRnUkYfx51eA1KYAYyNo9o6rULtCr23ZILuSjmco9jPrboxw1CwhIhz5NwfG6KMv393oIzaTUtLaadI/WO+d7LE0gwUdzRBNg6ZkybOI0i5pbjsMAocpt/wLqvgvvvJ4zUWw6BssLPHssyXf4lttDWQ1QA5e5Wmgu3kTUaTscO91eAuxhJ/uJpH4c+ELuurhCArwwwIEiqdSiwTibtGMaOOljfcQf80EqE1FZuX7xMWNxULBpjwF4vgZdkJHxcD8TaQuU3klQaJqi5QIKnhwzys+L6AC5VFp5fxgCuYghMLsTuVcdujDGRCIV1yRiGkYGU6u+s5Y51ZRC7rSAjtP1Pl5qqy/IMuB0B6H/dGDJLiRy7dlwew+v3MefTFVbJlIqv912Qwl0PHjJBuBpMEbxsqPQ3qV+M+8hQ2gwJUN2zY4t0B7FFBKgoFzC4HAm8Zb+3FK0AHWEWe+sBwXe3WMuNt5ACyR97JM4uFQlN5onI9eSsIBvN591lXg6M3A/STkyx2vgjl0f2c+SOJUtoAVeSnwpqOAZooig3T9exr7HdJAfEUWxh4q6s1/uFYBO6oylj3rTgPIsGKBRFK5QsnsnHJtuX/uTSrux17KNXXx0tLbB4ub/lpor4Uo3x7wvgtYmMgDVmta+IpjvRCHy/oGcDEofiIqdikhyPidQ9wy8R/sZRwz85sL19t0hOW7r70l0Hi7ez10bNCDjYPAvn0XCKUc+60/atvtZlwb5/1nbwnwzTo98Kqo0+y9ii1O9/Qs+saYXgce4eQ7TM8kSXqVNMkB9AH7clZDPGKpIUT5AaMlOezbAw+U05QcmDVXQKe9k+rgXxYi7TerU9k1WNq1hVxP77/rlm3Tp6Rsst4RHL2GYvfu+RTlyXFoEQBB8onp2d+YoHcJ4/yuvEYymEZsS9pBMEdcn7cPxXpKHLmZ9OjSwd8XX8JvZd89G088NhCBx12EAvcc2iHhX3sfdydumYDOvbxbGIgnc/3mnoE5f3WFj+q3guHHGfzxnKEy9XAWHNwpJiNjplqi1py6IacxP0uwWv21SPUNTgemO6RZcnXcxRzubvtCFaWfNznS2KD5U5fNbUeo3RUOepCFg63qzvlgjaz2ONRxsjGvtE0kQbjUHDue8ln2S3YgUxeISFM7q4V193Jz04YCYvvCS+SOlwUXmylss7nFvNLmiWyDItIqDctomQO3a80ME/2Cb/6tIGHlpm8OnJwaaUFy5bTRq67Oh5clQPk5Sgbw+6sdChFb0BGtscMa58a8XmqsNdjgb6KiG8yCEAizKIlUfkYp2+8+GNXsKam/+aMyC3ldroekYBONRyJ08D9K16GzQ9QlFYLyt9aYwTzs97frBITLuYfg04VPdp4IJkTRegJqggUDdZbrKGjbdtWO5KMFAqiNT/rZm5rYBmmf73B3IxWslPLt/Aia8W6E7UKyyjQvvBwzhx5m4Z8jKuQiqy/Om8npGsMdp+WM8n9s6hj5SWSAfm1emX/cI21lK7V6O7tUUR2z0PFgv4/hf4peD8j8+GvKM1ZDfUO8XTCugNYzopm9SPXrbsrhVLCbf3aOzwRD9hq/ShP6zsNqo6Nbtq87wISCGOyOfgMy2eyDCo2lG52YhEcPAYs1jgzYRB8TRj0jH+JTrEkU3ILTic3zBeP4XskgBH4GyzB3vOXHouSQYhkFgeABliMmmheMlwjuIVLfAgcucBlQd9Xy4mW+Iidg+q939sVuRZjUHAsYIT/243a6Uf68M7PBASXpVkrEofEelNvNz8cP6odbH4cW8PthfWoWqjpLjMhRzRDSH8KXy94sxpz3nBzTC0vfHr/6yIVLiW1rwllyQx9jbxETFaCnkfBQnRXjAg24ZWQT9VT0CDmQb3ksVv7pwl4gSwC0Vj6OWJAGApRaTuYfxqCP9hignfY0DFE6yHSSNzm4vZhPRjDanxCUqLxQ7vQc+2XZzAbRNNRbB/xomudl05AiuSN4zPGV9KUWv8knWoBdT/Wn8izAZqAolHUUGWEFCwcNa4y7EonoDNb8cunJB/8lQUIcBhUCEov7h5qBoulgRI6/Ola3lCWh4QsEjLrMF8C1NTy3qcLpCSg45XaglMmyNLc69FjO4z0vgzVopOXe9koYCpf0vFx4FB6rUNQhfSj26kTtbE9atrb9vtb/a4yh94I+/28JpbK20qVntaazfszxEJlrLsLmcRFXLUV2WZi1DJBGkcD6jgbsixO8PKWMr2RVUM6EU6RVVrjF6x19tHtNt8TS+5Xk/QMVrWD7iSqW281rDGhFyF1lmfZreTDLQd9t0avPrIyTsPuLGvqYMXrtL0Ge89ArftayGDyiqrcAWGnFlFd4X76K9QdhUgt4UjIyKfs9LKOyQLuD168iTrBQYvkEqTEzeSu6eK0bGNYXRJB+nF6QCvE8a5CzudJqR2ESw3PeEOK5KQQ2d2z4JsC5/5X4bTY3MmJ8lknY8ePAIS99Wg5LQ3gcipo3XuM9Rio5x4iDVQJtSqXtECO2jxAoc34wUBsurp4D+2QJEfSfLvRtwrgkQ5uLne2Bs1tIMhCUH269uHtSRSmwdoW6JMZf6d4hI9zSs74e7xKgFuQbb0u2i21aA1ypshPm6RaksVPQchvdtoiuet5JPgIgPcXdUJ3/dzidxWRYfCtOXUxYomGBKP7oPINZllV78LIqKPRbK0P1jCGFDNFBvcvG9LTlVWTAnqvGKvH/akGDAoQ7SiS4z/yNZ5I61rwVeYt0vLRicV3UOA==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Second slid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Body Second slide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cross-validated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Third slid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 slide</a:t>
            </a:r>
          </a:p>
        </p:txBody>
      </p:sp>
      <p:sp>
        <p:nvSpPr>
          <p:cNvPr id="3" name="Body Third slide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segment boundary</a:t>
            </a:r>
          </a:p>
        </p:txBody>
      </p:sp>
    </p:spTree>
  </p:cSld>
</p:sld>
</file>